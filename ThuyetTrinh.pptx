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4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757E5-2155-F59F-7D47-60E2B6787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E56219-4AFB-4670-C6AB-2D3CF93AD8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42590-7D30-BBDF-CEAE-419202947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78AF-4AD3-487B-9DB5-09DB5B57BF40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302B7-8B4D-E95F-9E68-D68923044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C7B58-1190-3125-053D-60FF5A5E0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97E-ECE1-4660-A082-0E4F8F57CED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83616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41C8B-E1AC-ECF7-E29D-58CDB2073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E1D54-578F-3238-E23D-496C65324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046CE-F115-74A0-A6FE-1EC09D0A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78AF-4AD3-487B-9DB5-09DB5B57BF40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03FCD-6806-78C2-9554-86F402935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A4202-F0EF-D869-D159-2277ED70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97E-ECE1-4660-A082-0E4F8F57CED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8001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88CC9-31DA-3880-D311-0ED88865F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D5DAE-DDCD-CE83-600B-234EED8F6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62057-5DAE-5CC2-D103-73BEC919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78AF-4AD3-487B-9DB5-09DB5B57BF40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57B6F-4099-FDF8-864C-8F960FDA9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E851D-9D48-71A0-845D-6820DCF8C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97E-ECE1-4660-A082-0E4F8F57CED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6032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A6C44-A23F-F111-9F83-20640D28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97329-F53F-1658-4C3A-D9773E75B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047B1-5320-F49E-3103-0807F7D0E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906D9-3C07-3870-E65B-19354BE4D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78AF-4AD3-487B-9DB5-09DB5B57BF40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EACA1-E087-5434-2B5C-BAF2F8AF3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569DF-4E93-06A3-D6BC-61C00230F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97E-ECE1-4660-A082-0E4F8F57CED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7175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0A3FB-D366-7B22-92D7-0459A3631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44B8E-69E3-079C-F43B-2CC12319A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1BCFD-C482-C4BD-79F2-18B52039B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88DDD9-E3B4-D69F-FAC4-1349312A3C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33FE9-2AF0-D5A4-909C-EE50F37BF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C221B7-B8AD-D382-3DB6-6D7B2FA44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78AF-4AD3-487B-9DB5-09DB5B57BF40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D17F88-3385-5C5D-F889-2D0444AF5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860CAA-3EA3-25DA-0F9B-FE001CBFB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97E-ECE1-4660-A082-0E4F8F57CED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33659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DE41-BF7A-E539-4AEC-EC32C5BE7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ACA9B7-C735-8193-9613-E6441BDD0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78AF-4AD3-487B-9DB5-09DB5B57BF40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366C47-741D-7BF5-A657-0D4E16E68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26400-078C-7294-6409-22431EF1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97E-ECE1-4660-A082-0E4F8F57CED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55048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6D8C1-A675-8E61-B945-5CB34E99E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78AF-4AD3-487B-9DB5-09DB5B57BF40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673ACA-31B8-B330-4D40-F3148080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54B9C-420D-CA2F-FEFA-FDB3F4C09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97E-ECE1-4660-A082-0E4F8F57CED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46637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78598-32E6-65E5-0BC1-99C83F74D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12881-854C-C551-5FC4-F02E5D0B8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4218F-5272-4013-CAD9-6568BEB4E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E3901-1589-DE86-04A0-2A9B9118C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78AF-4AD3-487B-9DB5-09DB5B57BF40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B2CE0-7FDF-636E-6D24-968ED394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D9546-FD92-FC60-5166-EB427D236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97E-ECE1-4660-A082-0E4F8F57CED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89457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13191-0060-FF02-08EA-C7CCC700D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2C7B3A-0692-EA37-883D-0001C2C0CB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E7AEB-1AD6-D763-0CEF-1FC4337D2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20DEB-7542-3750-3776-71546DF7D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78AF-4AD3-487B-9DB5-09DB5B57BF40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D4B7F-6C6C-38C8-1B84-D55771E4C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D0245-C41C-4B24-C3D9-3E250A143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97E-ECE1-4660-A082-0E4F8F57CED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14770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D1D05-D49D-33F9-71C7-4A96630D0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12C21-8ACB-B9DF-5060-454F5D70E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A9E0C-533E-4397-C46D-0EE8D74AB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78AF-4AD3-487B-9DB5-09DB5B57BF40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3B9AF-9942-B115-5A10-090276BEF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612D0-9351-CEEF-B163-7B468C8FC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97E-ECE1-4660-A082-0E4F8F57CED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81798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F79CAD-BAF3-23F4-50DF-B7DA9F4528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D0783-E52C-6ED2-B00C-2F8925833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A7BA0-F087-A72D-7B28-95741A106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78AF-4AD3-487B-9DB5-09DB5B57BF40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244A0-9969-6B4B-7C5F-B006167A5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3DCBF-6941-43A6-5ABB-DB632C55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B97E-ECE1-4660-A082-0E4F8F57CED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2619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BA7B5B-0100-22CA-738E-C4CBBFA22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5CF5-BE46-601E-983E-437E2F58D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3C717-7B05-4A50-551A-609037E48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978AF-4AD3-487B-9DB5-09DB5B57BF40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AF73A-2CA3-8625-227D-FE7A5BC2B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09EF9-D683-511C-DB28-7EA5BCE83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B7B97E-ECE1-4660-A082-0E4F8F57CED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2489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55C329-BAEA-5E51-A1BF-167BB855CBC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9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3A849F-1E66-0A31-FCA7-09D27C24402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85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38F41C-D6DC-C649-5C74-6C306FE7524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579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509780-F354-C728-4A0B-8BA913A59B2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859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E0470-3E0B-AD3E-9E0C-D059DDB24DC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85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484064-1255-BC17-B30C-A1BAA87748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331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45C899-6242-2E9B-4313-53A970457E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471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D1C04D-20C1-7DF9-273B-1FB47D5B2A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10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47519A-D6D0-467E-64BB-26955F80478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48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Hoàng Anh 25022772</dc:creator>
  <cp:lastModifiedBy>Nguyễn Hoàng Anh 25022772</cp:lastModifiedBy>
  <cp:revision>1</cp:revision>
  <dcterms:created xsi:type="dcterms:W3CDTF">2026-10-27T03:10:57Z</dcterms:created>
  <dcterms:modified xsi:type="dcterms:W3CDTF">2026-10-27T03:10:57Z</dcterms:modified>
</cp:coreProperties>
</file>